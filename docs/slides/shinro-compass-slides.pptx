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463040"/>
            <a:ext cx="4937760" cy="49377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29446" y="-771754"/>
            <a:ext cx="3555187" cy="3555187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72600" y="-228600"/>
            <a:ext cx="2468880" cy="246888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4480560"/>
            <a:ext cx="3474720" cy="347472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1" y="4967021"/>
            <a:ext cx="2501798" cy="2501798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5349240"/>
            <a:ext cx="1737360" cy="17373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0428" y="1188720"/>
            <a:ext cx="768096" cy="768096"/>
          </a:xfrm>
          <a:prstGeom prst="ellipse">
            <a:avLst/>
          </a:prstGeom>
          <a:solidFill>
            <a:srgbClr val="0B101C">
              <a:alpha val="0"/>
            </a:srgbClr>
          </a:solidFill>
          <a:ln w="25400">
            <a:solidFill>
              <a:srgbClr val="C9A8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0428" y="1188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0" y="224028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0" y="3401568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都立高校選びの、はじめの一歩を。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0" y="4059936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塾に通っていなくても、ここから始められる。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Team WINS</a:t>
            </a:r>
            <a:pPr algn="ctr" indent="0" marL="0">
              <a:buNone/>
            </a:pPr>
            <a:r>
              <a:rPr lang="en-US" sz="14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西 ・ 寒河江 ・ 安田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サービス開発部門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どこから見ればいいか、分からない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都立高校は189校。学校のサイトも、倍率の表も、公開されています。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それでも保護者が最初に知りたいのは「189校の一覧」ではありません。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  <a:effectLst>
            <a:outerShdw sx="100000" sy="100000" kx="0" ky="0" algn="bl" rotWithShape="0" blurRad="101600" dist="38100" dir="5400000">
              <a:srgbClr val="1A23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724912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52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塾に通う家庭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3200400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面談で、うちの子ならこの数校から、と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一緒に見当をつけてくれる先生がいる。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63640" y="251460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  <a:effectLst>
            <a:outerShdw sx="100000" sy="100000" kx="0" ky="0" algn="bl" rotWithShape="0" blurRad="101600" dist="38100" dir="5400000">
              <a:srgbClr val="1A2333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724912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通っていない家庭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0" y="3200400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その最初の一歩が、ない。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189校をどう絞るかから、自分で考える。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709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「うちの子は、どこから見ればいいのか」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進路コンパスは、その一歩目をつくります。答えを出す道具ではなく、考え始めるための出発点です。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3つの質問に答えるだけで、はじめの数校が出る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n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2457450" cy="502920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297680" y="160020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5" name="Text 2"/>
          <p:cNvSpPr/>
          <p:nvPr/>
        </p:nvSpPr>
        <p:spPr>
          <a:xfrm>
            <a:off x="429768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74920" y="156362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最寄り駅と、通えそうな時間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074920" y="202082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住所は聞きません。「練馬駅から45分以内」だけで始められます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97680" y="301752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9" name="Text 6"/>
          <p:cNvSpPr/>
          <p:nvPr/>
        </p:nvSpPr>
        <p:spPr>
          <a:xfrm>
            <a:off x="42976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074920" y="298094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成績の目安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074920" y="343814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内申は5教科と実技を分けて聞き、1020点満点の見込みを一緒に計算。「まだ分からない」でも先へ進めます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297680" y="443484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0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074920" y="439826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希望と、いちばん大事にしたいこと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074920" y="485546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「吹奏楽をやりたい」「制服がない学校がいい」を自由な言葉で。最後に並べ方の軸を1つ選びます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07492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分からない項目は飛ばせます。入り口で立ち止まらせないための設計です。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出すのは順位ではなく、方角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d_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17320"/>
            <a:ext cx="5618480" cy="361188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4" name="Image 1" descr="/tmp/claude-0/-home-user-knowledge-base/ce7faca9-342a-5cd4-886e-c73f2ae459cd/scratchpad/deck/n_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88920"/>
            <a:ext cx="1139363" cy="23317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640080" y="155448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2E7D32"/>
          </a:solidFill>
          <a:ln/>
        </p:spPr>
      </p:sp>
      <p:sp>
        <p:nvSpPr>
          <p:cNvPr id="6" name="Text 2"/>
          <p:cNvSpPr/>
          <p:nvPr/>
        </p:nvSpPr>
        <p:spPr>
          <a:xfrm>
            <a:off x="640080" y="1554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安全圏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2194560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余裕をもって臨める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40080" y="221284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D47A1"/>
          </a:solidFill>
          <a:ln/>
        </p:spPr>
      </p:sp>
      <p:sp>
        <p:nvSpPr>
          <p:cNvPr id="9" name="Text 5"/>
          <p:cNvSpPr/>
          <p:nvPr/>
        </p:nvSpPr>
        <p:spPr>
          <a:xfrm>
            <a:off x="64008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適正圏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2194560" y="221284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いまの見込みで届く範囲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40080" y="2871216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C45000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28712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挑戦圏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194560" y="2871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あと一歩で届く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40080" y="37947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家庭ごとに、北が変わる
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近さ・進学・いま届きそう——大事にしたいことで並び順が変わります。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40080" y="48006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点数で測れない学校も、落とさない
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高専・定時制は「測り方が違う」と書いて候補に残します。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決めるのは家庭です。ここは入り口なので、順位はつけません。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気になった数校を、持ち出せる1枚に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d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5049520" cy="32461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4" name="Image 1" descr="/tmp/claude-0/-home-user-knowledge-base/ce7faca9-342a-5cd4-886e-c73f2ae459cd/scratchpad/deck/n_shee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92040"/>
            <a:ext cx="1661976" cy="14173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5532120" y="175564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6" name="Text 2"/>
          <p:cNvSpPr/>
          <p:nvPr/>
        </p:nvSpPr>
        <p:spPr>
          <a:xfrm>
            <a:off x="5852160" y="160934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自宅の最寄駅を起点にした地図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5852160" y="204825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気になる学校を同じ縮尺の1枚に。家からどの方角に、どれだけ離れているかが分かります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5532120" y="312724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0" y="298094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部の実績・制服・倍率5年推移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5852160" y="341985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公式記録から集めた部の実績や、本人が気にする制服も同じ紙の上に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532120" y="449884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2" name="Text 8"/>
          <p:cNvSpPr/>
          <p:nvPr/>
        </p:nvSpPr>
        <p:spPr>
          <a:xfrm>
            <a:off x="5852160" y="435254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A4で印刷できる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5852160" y="479145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学校説明会や見学に持っていき、家族で話すための紙になります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5852160" y="59436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画面の中で完結させません。入り口の次は、実際に学校を見に行く番です。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9つの公開データを、ひとつの判断に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学校一覧・学科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38912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028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応募倍率 R4〜R8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9028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3932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中学校卒業者の進路状況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3932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進学指導重点校等の指定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4124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部活 約5,000件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9028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3816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制服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3932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運動部の実績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東京都高体連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8912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硬式野球・吹奏楽・美術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9028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都高野連・都吹連・国際美術展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3816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932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 10.5万通り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3932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station_database（CC BY-SA 4.0）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" y="4434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PDF・HTML・表形式でバラバラだったものを、ひとつの画面に集めました。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すべての表示に出典を付けています。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気になった学校は、次に一次情報へ進めます。ここは入り口なので、行き止まりにしません。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54406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個人情報は集めません。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大会実績は部の実績として扱い、生徒の氏名・学年・記録は収集の時点で読み取りません。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出典を出せないデータは載せない ——  開発中ずっと守ったルールです。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4846320"/>
            <a:ext cx="3657600" cy="36576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61904" y="5358384"/>
            <a:ext cx="2633472" cy="2633472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64240" y="5760720"/>
            <a:ext cx="1828800" cy="18288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チームと、これから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9611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企画・データ整備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9611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塾で保護者と面談している立場から、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必要な情報と伝え方を決めています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寒河江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4515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推薦ロジック・API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515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圏の判定と重視軸、Cloudflare上の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検索APIを担当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安田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9419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UI・画面設計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39419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保護者が迷わない画面と、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持ち出せるシートの設計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118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つくり方　</a:t>
            </a:r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デモは依存のない単一HTML（どの端末でも確実に開く）。検索APIは Cloudflare Workers + D1。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通学時間は駅間グラフから10.5万通りを事前計算し、急行運転で補正。回帰テスト29項目で品質を保っています。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続け方　</a:t>
            </a:r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データ更新はスクリプトとGitHub Actionsで自動化済み。年1回の入試制度の改定に少人数で追随できます。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サーバーレス構成のため運用費は月数百円規模。次は私立高校への対応、口コミ・校風、やさしい日本語と多言語へ。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迷子にならない進路選びを、東京のすべての家庭に。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進路コンパス</dc:title>
  <dc:subject>PptxGenJS Presentation</dc:subject>
  <dc:creator>Team WINS</dc:creator>
  <cp:lastModifiedBy>Team WINS</cp:lastModifiedBy>
  <cp:revision>1</cp:revision>
  <dcterms:created xsi:type="dcterms:W3CDTF">2026-08-23T04:20:58Z</dcterms:created>
  <dcterms:modified xsi:type="dcterms:W3CDTF">2026-08-23T04:20:58Z</dcterms:modified>
</cp:coreProperties>
</file>