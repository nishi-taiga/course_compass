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会話で、都立高校の候補を見つけます。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塾に通っていないご家庭でも使えます。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都立高校は189校あります。この中から、お子さんに合う数校を選ぶことになります。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6868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塾に通うご家庭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" name="Shape 5"/>
          <p:cNvSpPr/>
          <p:nvPr/>
        </p:nvSpPr>
        <p:spPr>
          <a:xfrm>
            <a:off x="121615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" name="Shape 6"/>
          <p:cNvSpPr/>
          <p:nvPr/>
        </p:nvSpPr>
        <p:spPr>
          <a:xfrm>
            <a:off x="138988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" name="Shape 7"/>
          <p:cNvSpPr/>
          <p:nvPr/>
        </p:nvSpPr>
        <p:spPr>
          <a:xfrm>
            <a:off x="156362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" name="Shape 8"/>
          <p:cNvSpPr/>
          <p:nvPr/>
        </p:nvSpPr>
        <p:spPr>
          <a:xfrm>
            <a:off x="173736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" name="Shape 9"/>
          <p:cNvSpPr/>
          <p:nvPr/>
        </p:nvSpPr>
        <p:spPr>
          <a:xfrm>
            <a:off x="191109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8483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" name="Shape 11"/>
          <p:cNvSpPr/>
          <p:nvPr/>
        </p:nvSpPr>
        <p:spPr>
          <a:xfrm>
            <a:off x="225856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230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977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" name="Shape 15"/>
          <p:cNvSpPr/>
          <p:nvPr/>
        </p:nvSpPr>
        <p:spPr>
          <a:xfrm>
            <a:off x="295351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12724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" name="Shape 17"/>
          <p:cNvSpPr/>
          <p:nvPr/>
        </p:nvSpPr>
        <p:spPr>
          <a:xfrm>
            <a:off x="330098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7472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64845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" name="Shape 20"/>
          <p:cNvSpPr/>
          <p:nvPr/>
        </p:nvSpPr>
        <p:spPr>
          <a:xfrm>
            <a:off x="382219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" name="Shape 21"/>
          <p:cNvSpPr/>
          <p:nvPr/>
        </p:nvSpPr>
        <p:spPr>
          <a:xfrm>
            <a:off x="399592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" name="Shape 22"/>
          <p:cNvSpPr/>
          <p:nvPr/>
        </p:nvSpPr>
        <p:spPr>
          <a:xfrm>
            <a:off x="416966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40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241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615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988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" name="Shape 28"/>
          <p:cNvSpPr/>
          <p:nvPr/>
        </p:nvSpPr>
        <p:spPr>
          <a:xfrm>
            <a:off x="156362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" name="Shape 29"/>
          <p:cNvSpPr/>
          <p:nvPr/>
        </p:nvSpPr>
        <p:spPr>
          <a:xfrm>
            <a:off x="1705356" y="2537460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109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" name="Shape 31"/>
          <p:cNvSpPr/>
          <p:nvPr/>
        </p:nvSpPr>
        <p:spPr>
          <a:xfrm>
            <a:off x="208483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" name="Shape 32"/>
          <p:cNvSpPr/>
          <p:nvPr/>
        </p:nvSpPr>
        <p:spPr>
          <a:xfrm>
            <a:off x="225856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" name="Shape 33"/>
          <p:cNvSpPr/>
          <p:nvPr/>
        </p:nvSpPr>
        <p:spPr>
          <a:xfrm>
            <a:off x="243230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" name="Shape 34"/>
          <p:cNvSpPr/>
          <p:nvPr/>
        </p:nvSpPr>
        <p:spPr>
          <a:xfrm>
            <a:off x="260604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" name="Shape 35"/>
          <p:cNvSpPr/>
          <p:nvPr/>
        </p:nvSpPr>
        <p:spPr>
          <a:xfrm>
            <a:off x="277977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" name="Shape 36"/>
          <p:cNvSpPr/>
          <p:nvPr/>
        </p:nvSpPr>
        <p:spPr>
          <a:xfrm>
            <a:off x="295351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12724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0" name="Shape 38"/>
          <p:cNvSpPr/>
          <p:nvPr/>
        </p:nvSpPr>
        <p:spPr>
          <a:xfrm>
            <a:off x="330098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1" name="Shape 39"/>
          <p:cNvSpPr/>
          <p:nvPr/>
        </p:nvSpPr>
        <p:spPr>
          <a:xfrm>
            <a:off x="347472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2" name="Shape 40"/>
          <p:cNvSpPr/>
          <p:nvPr/>
        </p:nvSpPr>
        <p:spPr>
          <a:xfrm>
            <a:off x="364845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3" name="Shape 41"/>
          <p:cNvSpPr/>
          <p:nvPr/>
        </p:nvSpPr>
        <p:spPr>
          <a:xfrm>
            <a:off x="382219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4" name="Shape 42"/>
          <p:cNvSpPr/>
          <p:nvPr/>
        </p:nvSpPr>
        <p:spPr>
          <a:xfrm>
            <a:off x="399592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5" name="Shape 43"/>
          <p:cNvSpPr/>
          <p:nvPr/>
        </p:nvSpPr>
        <p:spPr>
          <a:xfrm>
            <a:off x="416966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6" name="Shape 44"/>
          <p:cNvSpPr/>
          <p:nvPr/>
        </p:nvSpPr>
        <p:spPr>
          <a:xfrm>
            <a:off x="434340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7" name="Shape 45"/>
          <p:cNvSpPr/>
          <p:nvPr/>
        </p:nvSpPr>
        <p:spPr>
          <a:xfrm>
            <a:off x="86868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8" name="Shape 46"/>
          <p:cNvSpPr/>
          <p:nvPr/>
        </p:nvSpPr>
        <p:spPr>
          <a:xfrm>
            <a:off x="104241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9" name="Shape 47"/>
          <p:cNvSpPr/>
          <p:nvPr/>
        </p:nvSpPr>
        <p:spPr>
          <a:xfrm>
            <a:off x="121615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0" name="Shape 48"/>
          <p:cNvSpPr/>
          <p:nvPr/>
        </p:nvSpPr>
        <p:spPr>
          <a:xfrm>
            <a:off x="138988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1" name="Shape 49"/>
          <p:cNvSpPr/>
          <p:nvPr/>
        </p:nvSpPr>
        <p:spPr>
          <a:xfrm>
            <a:off x="156362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2" name="Shape 50"/>
          <p:cNvSpPr/>
          <p:nvPr/>
        </p:nvSpPr>
        <p:spPr>
          <a:xfrm>
            <a:off x="173736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3" name="Shape 51"/>
          <p:cNvSpPr/>
          <p:nvPr/>
        </p:nvSpPr>
        <p:spPr>
          <a:xfrm>
            <a:off x="191109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4" name="Shape 52"/>
          <p:cNvSpPr/>
          <p:nvPr/>
        </p:nvSpPr>
        <p:spPr>
          <a:xfrm>
            <a:off x="208483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5" name="Shape 53"/>
          <p:cNvSpPr/>
          <p:nvPr/>
        </p:nvSpPr>
        <p:spPr>
          <a:xfrm>
            <a:off x="225856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6" name="Shape 54"/>
          <p:cNvSpPr/>
          <p:nvPr/>
        </p:nvSpPr>
        <p:spPr>
          <a:xfrm>
            <a:off x="243230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7" name="Shape 55"/>
          <p:cNvSpPr/>
          <p:nvPr/>
        </p:nvSpPr>
        <p:spPr>
          <a:xfrm>
            <a:off x="260604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8" name="Shape 56"/>
          <p:cNvSpPr/>
          <p:nvPr/>
        </p:nvSpPr>
        <p:spPr>
          <a:xfrm>
            <a:off x="277977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9" name="Shape 57"/>
          <p:cNvSpPr/>
          <p:nvPr/>
        </p:nvSpPr>
        <p:spPr>
          <a:xfrm>
            <a:off x="295351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0" name="Shape 58"/>
          <p:cNvSpPr/>
          <p:nvPr/>
        </p:nvSpPr>
        <p:spPr>
          <a:xfrm>
            <a:off x="312724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1" name="Shape 59"/>
          <p:cNvSpPr/>
          <p:nvPr/>
        </p:nvSpPr>
        <p:spPr>
          <a:xfrm>
            <a:off x="330098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2" name="Shape 60"/>
          <p:cNvSpPr/>
          <p:nvPr/>
        </p:nvSpPr>
        <p:spPr>
          <a:xfrm>
            <a:off x="347472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4845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4" name="Shape 62"/>
          <p:cNvSpPr/>
          <p:nvPr/>
        </p:nvSpPr>
        <p:spPr>
          <a:xfrm>
            <a:off x="382219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9592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6" name="Shape 64"/>
          <p:cNvSpPr/>
          <p:nvPr/>
        </p:nvSpPr>
        <p:spPr>
          <a:xfrm>
            <a:off x="416966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7" name="Shape 65"/>
          <p:cNvSpPr/>
          <p:nvPr/>
        </p:nvSpPr>
        <p:spPr>
          <a:xfrm>
            <a:off x="434340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8" name="Shape 66"/>
          <p:cNvSpPr/>
          <p:nvPr/>
        </p:nvSpPr>
        <p:spPr>
          <a:xfrm>
            <a:off x="86868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9" name="Shape 67"/>
          <p:cNvSpPr/>
          <p:nvPr/>
        </p:nvSpPr>
        <p:spPr>
          <a:xfrm>
            <a:off x="104241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0" name="Shape 68"/>
          <p:cNvSpPr/>
          <p:nvPr/>
        </p:nvSpPr>
        <p:spPr>
          <a:xfrm>
            <a:off x="121615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1" name="Shape 69"/>
          <p:cNvSpPr/>
          <p:nvPr/>
        </p:nvSpPr>
        <p:spPr>
          <a:xfrm>
            <a:off x="138988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2" name="Shape 70"/>
          <p:cNvSpPr/>
          <p:nvPr/>
        </p:nvSpPr>
        <p:spPr>
          <a:xfrm>
            <a:off x="156362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3" name="Shape 71"/>
          <p:cNvSpPr/>
          <p:nvPr/>
        </p:nvSpPr>
        <p:spPr>
          <a:xfrm>
            <a:off x="1705356" y="2884932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74" name="Shape 72"/>
          <p:cNvSpPr/>
          <p:nvPr/>
        </p:nvSpPr>
        <p:spPr>
          <a:xfrm>
            <a:off x="191109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5" name="Shape 73"/>
          <p:cNvSpPr/>
          <p:nvPr/>
        </p:nvSpPr>
        <p:spPr>
          <a:xfrm>
            <a:off x="208483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6" name="Shape 74"/>
          <p:cNvSpPr/>
          <p:nvPr/>
        </p:nvSpPr>
        <p:spPr>
          <a:xfrm>
            <a:off x="225856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7" name="Shape 75"/>
          <p:cNvSpPr/>
          <p:nvPr/>
        </p:nvSpPr>
        <p:spPr>
          <a:xfrm>
            <a:off x="243230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8" name="Shape 76"/>
          <p:cNvSpPr/>
          <p:nvPr/>
        </p:nvSpPr>
        <p:spPr>
          <a:xfrm>
            <a:off x="260604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9" name="Shape 77"/>
          <p:cNvSpPr/>
          <p:nvPr/>
        </p:nvSpPr>
        <p:spPr>
          <a:xfrm>
            <a:off x="277977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0" name="Shape 78"/>
          <p:cNvSpPr/>
          <p:nvPr/>
        </p:nvSpPr>
        <p:spPr>
          <a:xfrm>
            <a:off x="295351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1" name="Shape 79"/>
          <p:cNvSpPr/>
          <p:nvPr/>
        </p:nvSpPr>
        <p:spPr>
          <a:xfrm>
            <a:off x="312724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0098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7472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4" name="Shape 82"/>
          <p:cNvSpPr/>
          <p:nvPr/>
        </p:nvSpPr>
        <p:spPr>
          <a:xfrm>
            <a:off x="364845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5" name="Shape 83"/>
          <p:cNvSpPr/>
          <p:nvPr/>
        </p:nvSpPr>
        <p:spPr>
          <a:xfrm>
            <a:off x="382219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6" name="Shape 84"/>
          <p:cNvSpPr/>
          <p:nvPr/>
        </p:nvSpPr>
        <p:spPr>
          <a:xfrm>
            <a:off x="399592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7" name="Shape 85"/>
          <p:cNvSpPr/>
          <p:nvPr/>
        </p:nvSpPr>
        <p:spPr>
          <a:xfrm>
            <a:off x="416966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8" name="Shape 86"/>
          <p:cNvSpPr/>
          <p:nvPr/>
        </p:nvSpPr>
        <p:spPr>
          <a:xfrm>
            <a:off x="434340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9" name="Shape 87"/>
          <p:cNvSpPr/>
          <p:nvPr/>
        </p:nvSpPr>
        <p:spPr>
          <a:xfrm>
            <a:off x="86868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0" name="Shape 88"/>
          <p:cNvSpPr/>
          <p:nvPr/>
        </p:nvSpPr>
        <p:spPr>
          <a:xfrm>
            <a:off x="104241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1" name="Shape 89"/>
          <p:cNvSpPr/>
          <p:nvPr/>
        </p:nvSpPr>
        <p:spPr>
          <a:xfrm>
            <a:off x="121615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2" name="Shape 90"/>
          <p:cNvSpPr/>
          <p:nvPr/>
        </p:nvSpPr>
        <p:spPr>
          <a:xfrm>
            <a:off x="138988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3" name="Shape 91"/>
          <p:cNvSpPr/>
          <p:nvPr/>
        </p:nvSpPr>
        <p:spPr>
          <a:xfrm>
            <a:off x="156362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4" name="Shape 92"/>
          <p:cNvSpPr/>
          <p:nvPr/>
        </p:nvSpPr>
        <p:spPr>
          <a:xfrm>
            <a:off x="173736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5" name="Shape 93"/>
          <p:cNvSpPr/>
          <p:nvPr/>
        </p:nvSpPr>
        <p:spPr>
          <a:xfrm>
            <a:off x="191109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6" name="Shape 94"/>
          <p:cNvSpPr/>
          <p:nvPr/>
        </p:nvSpPr>
        <p:spPr>
          <a:xfrm>
            <a:off x="208483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7" name="Shape 95"/>
          <p:cNvSpPr/>
          <p:nvPr/>
        </p:nvSpPr>
        <p:spPr>
          <a:xfrm>
            <a:off x="225856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8" name="Shape 96"/>
          <p:cNvSpPr/>
          <p:nvPr/>
        </p:nvSpPr>
        <p:spPr>
          <a:xfrm>
            <a:off x="243230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9" name="Shape 97"/>
          <p:cNvSpPr/>
          <p:nvPr/>
        </p:nvSpPr>
        <p:spPr>
          <a:xfrm>
            <a:off x="260604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7977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5351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12724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30098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47472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4845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82219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99592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16966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4340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6868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241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21615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38988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56362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73736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91109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08483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25856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230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574036" y="3232404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7977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95351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12724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0098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7472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64845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82219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99592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16966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4340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6868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4241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21615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38988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56362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73736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91109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08483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25856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43230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60604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77977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95351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12724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30098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47472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64845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82219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99592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6966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34340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6868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4241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21615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38988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56362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705356" y="3579876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91109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208483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225856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243230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260604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277977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295351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312724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330098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47472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64845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99592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16966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34340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6868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04241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21615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38988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56362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173736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191109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208483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225856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243230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260604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277977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295351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312724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330098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47472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364845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382219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399592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16966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434340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4" name="Text 192"/>
          <p:cNvSpPr/>
          <p:nvPr/>
        </p:nvSpPr>
        <p:spPr>
          <a:xfrm>
            <a:off x="868680" y="4069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面談で「この数校から見てみよう」と、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先生が一緒に見当をつけてくれます。</a:t>
            </a:r>
            <a:endParaRPr lang="en-US" sz="1350" dirty="0"/>
          </a:p>
        </p:txBody>
      </p:sp>
      <p:sp>
        <p:nvSpPr>
          <p:cNvPr id="195" name="Text 193"/>
          <p:cNvSpPr/>
          <p:nvPr/>
        </p:nvSpPr>
        <p:spPr>
          <a:xfrm>
            <a:off x="699516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通っていないご家庭</a:t>
            </a:r>
            <a:endParaRPr lang="en-US" sz="1800" dirty="0"/>
          </a:p>
        </p:txBody>
      </p:sp>
      <p:sp>
        <p:nvSpPr>
          <p:cNvPr id="196" name="Shape 194"/>
          <p:cNvSpPr/>
          <p:nvPr/>
        </p:nvSpPr>
        <p:spPr>
          <a:xfrm>
            <a:off x="699516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16889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34263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51636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9010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86384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03757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821131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838504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855878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73252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90625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907999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925372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942746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960120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977493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94867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1012240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29614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1046988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99516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716889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4263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51636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69010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86384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803757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821131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838504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855878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873252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890625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907999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925372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942746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960120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77493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94867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1012240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1029614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1046988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99516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16889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4263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51636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69010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86384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803757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21131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38504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55878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73252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90625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907999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25372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42746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960120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977493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994867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1012240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029614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046988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99516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716889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34263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751636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769010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86384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03757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821131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838504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855878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873252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890625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07999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25372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42746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960120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7493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94867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1012240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1029614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46988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99516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716889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734263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751636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769010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786384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803757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821131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838504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855878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873252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890625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907999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925372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942746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960120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977493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994867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1012240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29614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46988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99516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16889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34263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51636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69010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786384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3757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21131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838504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855878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873252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890625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07999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25372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42746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60120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977493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994867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12240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29614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046988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99516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716889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34263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51636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69010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86384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803757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821131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838504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55878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73252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90625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907999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925372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942746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960120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77493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94867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1012240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1029614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1046988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699516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6889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34263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51636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69010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86384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803757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821131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838504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855878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873252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890625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907999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925372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7" name="Shape 355"/>
          <p:cNvSpPr/>
          <p:nvPr/>
        </p:nvSpPr>
        <p:spPr>
          <a:xfrm>
            <a:off x="942746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8" name="Shape 356"/>
          <p:cNvSpPr/>
          <p:nvPr/>
        </p:nvSpPr>
        <p:spPr>
          <a:xfrm>
            <a:off x="960120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9" name="Shape 357"/>
          <p:cNvSpPr/>
          <p:nvPr/>
        </p:nvSpPr>
        <p:spPr>
          <a:xfrm>
            <a:off x="977493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0" name="Shape 358"/>
          <p:cNvSpPr/>
          <p:nvPr/>
        </p:nvSpPr>
        <p:spPr>
          <a:xfrm>
            <a:off x="994867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1012240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1029614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1046988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699516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16889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34263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51636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769010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86384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803757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21131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838504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855878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73252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5" name="Shape 373"/>
          <p:cNvSpPr/>
          <p:nvPr/>
        </p:nvSpPr>
        <p:spPr>
          <a:xfrm>
            <a:off x="890625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6" name="Shape 374"/>
          <p:cNvSpPr/>
          <p:nvPr/>
        </p:nvSpPr>
        <p:spPr>
          <a:xfrm>
            <a:off x="907999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7" name="Shape 375"/>
          <p:cNvSpPr/>
          <p:nvPr/>
        </p:nvSpPr>
        <p:spPr>
          <a:xfrm>
            <a:off x="925372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8" name="Shape 376"/>
          <p:cNvSpPr/>
          <p:nvPr/>
        </p:nvSpPr>
        <p:spPr>
          <a:xfrm>
            <a:off x="942746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9" name="Shape 377"/>
          <p:cNvSpPr/>
          <p:nvPr/>
        </p:nvSpPr>
        <p:spPr>
          <a:xfrm>
            <a:off x="960120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0" name="Shape 378"/>
          <p:cNvSpPr/>
          <p:nvPr/>
        </p:nvSpPr>
        <p:spPr>
          <a:xfrm>
            <a:off x="977493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1" name="Shape 379"/>
          <p:cNvSpPr/>
          <p:nvPr/>
        </p:nvSpPr>
        <p:spPr>
          <a:xfrm>
            <a:off x="994867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2" name="Shape 380"/>
          <p:cNvSpPr/>
          <p:nvPr/>
        </p:nvSpPr>
        <p:spPr>
          <a:xfrm>
            <a:off x="1012240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3" name="Shape 381"/>
          <p:cNvSpPr/>
          <p:nvPr/>
        </p:nvSpPr>
        <p:spPr>
          <a:xfrm>
            <a:off x="1029614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4" name="Shape 382"/>
          <p:cNvSpPr/>
          <p:nvPr/>
        </p:nvSpPr>
        <p:spPr>
          <a:xfrm>
            <a:off x="1046988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5" name="Text 383"/>
          <p:cNvSpPr/>
          <p:nvPr/>
        </p:nvSpPr>
        <p:spPr>
          <a:xfrm>
            <a:off x="6995160" y="4069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189校が同じように並んだままです。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どこから絞るかを、自分で調べて決めます。</a:t>
            </a:r>
            <a:endParaRPr lang="en-US" sz="1350" dirty="0"/>
          </a:p>
        </p:txBody>
      </p:sp>
      <p:sp>
        <p:nvSpPr>
          <p:cNvPr id="386" name="Text 384"/>
          <p:cNvSpPr/>
          <p:nvPr/>
        </p:nvSpPr>
        <p:spPr>
          <a:xfrm>
            <a:off x="640080" y="4983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3000" dirty="0"/>
          </a:p>
        </p:txBody>
      </p:sp>
      <p:sp>
        <p:nvSpPr>
          <p:cNvPr id="387" name="Text 385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進路コンパスは、この最初の数校をお出しします。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3つの質問に答えると、候補が出ます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78308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74650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最寄り駅と、通える時間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2037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住所は聞きません。最寄り駅と、通える時間だけをうかがいます。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2004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31638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6210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内申は5教科と実技を分けてうかがい、1020点満点での見込みを計算します。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まだ分からない場合は飛ばせます。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6177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5811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希望と、重視したいこと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50383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「吹奏楽をやりたい」「制服がない学校がいい」など、自由に入力できます。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最後に、並べ方の基準を1つ選びます。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余裕・ちょうど・あと一歩を混ぜて出します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お子さんの見込み点を基準に、3つに分けています。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536192" cy="4754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8716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2487168"/>
            <a:ext cx="2048256" cy="47548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7" name="Text 5"/>
          <p:cNvSpPr/>
          <p:nvPr/>
        </p:nvSpPr>
        <p:spPr>
          <a:xfrm>
            <a:off x="2176272" y="2487168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487168"/>
            <a:ext cx="1536192" cy="475488"/>
          </a:xfrm>
          <a:prstGeom prst="rect">
            <a:avLst/>
          </a:prstGeom>
          <a:solidFill>
            <a:srgbClr val="C45000"/>
          </a:solidFill>
          <a:ln/>
        </p:spPr>
      </p:sp>
      <p:sp>
        <p:nvSpPr>
          <p:cNvPr id="9" name="Text 7"/>
          <p:cNvSpPr/>
          <p:nvPr/>
        </p:nvSpPr>
        <p:spPr>
          <a:xfrm>
            <a:off x="4224528" y="248716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実際に提案された4校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530706" y="2231136"/>
            <a:ext cx="164592" cy="164592"/>
          </a:xfrm>
          <a:prstGeom prst="ellipse">
            <a:avLst/>
          </a:prstGeom>
          <a:solidFill>
            <a:srgbClr val="2E7D3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362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22930" y="2231136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72538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42411" y="2231136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0115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竹早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85842" y="2231136"/>
            <a:ext cx="164592" cy="164592"/>
          </a:xfrm>
          <a:prstGeom prst="ellipse">
            <a:avLst/>
          </a:prstGeom>
          <a:solidFill>
            <a:srgbClr val="C45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9498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0" y="2176272"/>
            <a:ext cx="0" cy="914400"/>
          </a:xfrm>
          <a:prstGeom prst="line">
            <a:avLst/>
          </a:prstGeom>
          <a:noFill/>
          <a:ln w="25400">
            <a:solidFill>
              <a:srgbClr val="A87F2F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828800" y="3127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 793点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34198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合格の目安が低い　　　　　　　　　　　高い →</a:t>
            </a:r>
            <a:endParaRPr lang="en-US" sz="1050" dirty="0"/>
          </a:p>
        </p:txBody>
      </p:sp>
      <p:pic>
        <p:nvPicPr>
          <p:cNvPr id="22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23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24" name="Text 20"/>
          <p:cNvSpPr/>
          <p:nvPr/>
        </p:nvSpPr>
        <p:spPr>
          <a:xfrm>
            <a:off x="640080" y="39319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1校には絞りません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どの学校が合うかは、お子さんとご家庭にしか分かりません。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順位はつけずに、数校をそのままお出しします。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640080" y="51206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点数で判定できない学校も候補に残します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高専や定時制は入試の方式が違うため、判定はせず、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「測り方が違う」と書いて表示しています。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気になった学校を1枚にまとめて印刷できます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532120" y="18928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6" name="Text 2"/>
          <p:cNvSpPr/>
          <p:nvPr/>
        </p:nvSpPr>
        <p:spPr>
          <a:xfrm>
            <a:off x="5852160" y="17465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自宅の最寄駅からの位置関係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5852160" y="21854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気になる学校を同じ縮尺の地図に並べます。自宅からどの方角に、どれだけ離れているかが分かります。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532120" y="32644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0" y="31181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部の実績・制服・倍率の5年推移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852160" y="35570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公式記録から集めた部の実績、制服、倍率の推移を同じ紙に載せています。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532120" y="46360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2" name="Text 8"/>
          <p:cNvSpPr/>
          <p:nvPr/>
        </p:nvSpPr>
        <p:spPr>
          <a:xfrm>
            <a:off x="5852160" y="44897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A4で印刷できます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852160" y="49286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学校説明会や見学に持っていき、ご家族で見ながら話せます。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9つの公開データを組み合わせています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526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PDF・HTML・表など形式の違うデータを、1つの画面にまとめています。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すべての表示に出典を付けています。学校の公式サイトや都の資料に、そのまま進めます。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0080" y="5532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大会実績は部の実績として扱っています。生徒の氏名・学年・記録は、収集の時点で読み取っていません。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0080" y="6080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出典を確認できたデータだけを使っています。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チームと、これから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区分の判定と並べ方、Cloudflare上の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検索APIを担当しています。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印刷して使えるシートを設計しています。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デモは外部に依存しない単一のHTMLで、どの端末でも開けます。検索APIは Cloudflare Workers と D1 で動いています。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通学時間は駅間のつながりから10.5万通りを事前に計算し、急行の運転に合わせて補正しています。自動テスト29項目で確認しています。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データの更新はスクリプトと GitHub Actions で自動化しているため、年1回の入試制度の改定にも少人数で対応できます。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運用費は月数百円ほどです。今後は私立高校への対応、口コミや校風、やさしい日本語と多言語に取り組みます。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都立高校を選ぶとき、最初に開いてもらえるものにしたいと考えています。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2026-08-23T05:01:00Z</dcterms:created>
  <dcterms:modified xsi:type="dcterms:W3CDTF">2026-08-23T05:01:00Z</dcterms:modified>
</cp:coreProperties>
</file>